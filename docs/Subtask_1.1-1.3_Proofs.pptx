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C6011F"/>
          </a:solidFill>
          <a:ln w="12700">
            <a:solidFill>
              <a:srgbClr val="C601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1161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CINCINNATI  |  TASK 1.1 — BUILD LIVE DATA STREAMING</a:t>
            </a:r>
            <a:endParaRPr lang="en-US" sz="1800" dirty="0"/>
          </a:p>
        </p:txBody>
      </p:sp>
      <p:pic>
        <p:nvPicPr>
          <p:cNvPr id="4" name="Image 0" descr="chart_1_stream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6583" y="777240"/>
            <a:ext cx="8735786" cy="4892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724144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heart rate, EDA, and accelerometer all streamed from the watch to the app on one synchronized timeline, with no gaps. (Synthetic test session — no real watch session recorded yet.)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C6011F"/>
          </a:solidFill>
          <a:ln w="12700">
            <a:solidFill>
              <a:srgbClr val="C601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1161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CINCINNATI  |  TASK 1.2 — BUILD HRV/EDA PROCESSING PIPELINE</a:t>
            </a:r>
            <a:endParaRPr lang="en-US" sz="1800" dirty="0"/>
          </a:p>
        </p:txBody>
      </p:sp>
      <p:pic>
        <p:nvPicPr>
          <p:cNvPr id="4" name="Image 0" descr="chart_2_hrv_e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7200" y="777240"/>
            <a:ext cx="8434552" cy="4892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724144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raw heart rate &amp; EDA are split into 15s windows, and RMSSD/SDNN/EDA mean are calculated per window — values clearly shift during the simulated stress segment (RMSSD drops from ~46 to ~14).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C6011F"/>
          </a:solidFill>
          <a:ln w="12700">
            <a:solidFill>
              <a:srgbClr val="C601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1161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CINCINNATI  |  TASK 1.3 — BUILD ACCELEROMETER/MOTION-DETECTION PIPELINE</a:t>
            </a:r>
            <a:endParaRPr lang="en-US" sz="1800" dirty="0"/>
          </a:p>
        </p:txBody>
      </p:sp>
      <p:pic>
        <p:nvPicPr>
          <p:cNvPr id="4" name="Image 0" descr="chart_3_mo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777240"/>
            <a:ext cx="10607040" cy="461406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446166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the motion flag correctly switches to "Yes" only during the simulated walking segment (30s–45s), keeping movement from being mistaken for a stress signal.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2026-09-08T22:34:46Z</dcterms:created>
  <dcterms:modified xsi:type="dcterms:W3CDTF">2026-09-08T22:34:46Z</dcterms:modified>
</cp:coreProperties>
</file>