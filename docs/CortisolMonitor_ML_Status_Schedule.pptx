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C6011F"/>
          </a:solidFill>
          <a:ln w="12700">
            <a:solidFill>
              <a:srgbClr val="C601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11612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CINCINNATI  |  PROJECT TASKS OVERVIEW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749808"/>
            <a:ext cx="11612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0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TASKS OVERVIEW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43000"/>
          <a:ext cx="111556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7680960"/>
                <a:gridCol w="173736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 Tasks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 of the Tasks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Connecting the smartwatch and sending data to the app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Cleaning up the sensor data (movement, heartbeat, sweat)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Ongoing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 the link between the watch data and stress (cortisol)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 started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276856"/>
          <a:ext cx="111556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7680960"/>
                <a:gridCol w="173736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1: Subtasks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 of the Tasks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1.1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Looked into which smartwatch could track body signals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1.2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Chose the Samsung Galaxy Watch8 for the project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1.3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 live watch data to the phone app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1.4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Calculated heart rate changes directly on the watch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666744"/>
          <a:ext cx="111556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7680960"/>
                <a:gridCol w="173736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2: Subtasks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 of the Tasks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2.1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Made a program to tell when a person is moving, using test data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2.2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Made a program to work out heart-rate and sweat patterns, using test data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2.3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skin temperature into the analysis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Yet to start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2.4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Combine all the sensor readings into one table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Yet to start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2.5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Fine-tune the settings using real watch data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Yet to start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5312664"/>
          <a:ext cx="111556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7680960"/>
                <a:gridCol w="173736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3: Subtasks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 of the Tasks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3.1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and tested a first version of the AI model using public stress data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3.2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 real data from a test person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Yet to start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3.3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how well the watch data matches real stress (cortisol) levels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Yet to start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3.4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Make the AI model better using the real data collected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Yet to start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C6011F"/>
          </a:solidFill>
          <a:ln w="12700">
            <a:solidFill>
              <a:srgbClr val="C601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11612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CINCINNATI  |  PROJECT SCHEDULE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749808"/>
            <a:ext cx="11612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0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FOR THE NEXT FEW MONTHS (SEP – DEC 2026)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78992"/>
          <a:ext cx="1005840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3977640"/>
                <a:gridCol w="777240"/>
                <a:gridCol w="777240"/>
                <a:gridCol w="777240"/>
                <a:gridCol w="777240"/>
                <a:gridCol w="1005840"/>
              </a:tblGrid>
              <a:tr h="310896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10896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A3A"/>
                    </a:solidFill>
                  </a:tcPr>
                </a:tc>
                <a:tc vMerge="1">
                  <a:tcPr/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Pick the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Smartwatch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Chose the Samsung Galaxy Watch8 to record heart rate, EDA (sweat), skin temperature, and movement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9F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 Watch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the App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up Bluetooth so the watch sends live sensor data to the phone app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9F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 Heart 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&amp; Sweat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Turns raw heart rate and EDA readings into RMSSD, SDNN, and average sweat level per time chunk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9F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Flags accelerometer windows where the person was moving, so it isn't mistaken for stress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9F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a First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Trained a Random Forest on the public WESAD dataset — about 90% accuracy telling stress apart from calm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7E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 Cortisol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Cortisol peaks ~20-30 min after a stressful moment — find which time chunk matches which sample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started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Finish Combining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Sensor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skin temperature, then combine all four signals into one 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started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 Real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 a Person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Have a real person wear the watch and give cortisol samples during a 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started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the Match &amp;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 the AI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 watch data to real cortisol levels, then retrain the AI 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started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25184" y="1078992"/>
            <a:ext cx="0" cy="5394960"/>
          </a:xfrm>
          <a:prstGeom prst="line">
            <a:avLst/>
          </a:prstGeom>
          <a:noFill/>
          <a:ln w="25400">
            <a:solidFill>
              <a:srgbClr val="E8720C"/>
            </a:solidFill>
            <a:prstDash val="dash"/>
          </a:ln>
        </p:spPr>
      </p:sp>
      <p:sp>
        <p:nvSpPr>
          <p:cNvPr id="7" name="Text 4"/>
          <p:cNvSpPr txBox="1"/>
          <p:nvPr/>
        </p:nvSpPr>
        <p:spPr>
          <a:xfrm>
            <a:off x="6105144" y="650138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10561320" y="1078992"/>
            <a:ext cx="237744" cy="237744"/>
          </a:xfrm>
          <a:prstGeom prst="rect">
            <a:avLst/>
          </a:prstGeom>
          <a:solidFill>
            <a:srgbClr val="4C9F70"/>
          </a:solidFill>
          <a:ln w="9525">
            <a:solidFill>
              <a:srgbClr val="44444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890504" y="102412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10561320" y="1517904"/>
            <a:ext cx="237744" cy="237744"/>
          </a:xfrm>
          <a:prstGeom prst="rect">
            <a:avLst/>
          </a:prstGeom>
          <a:solidFill>
            <a:srgbClr val="7B7EDD"/>
          </a:solidFill>
          <a:ln w="9525">
            <a:solidFill>
              <a:srgbClr val="44444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890504" y="14630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561320" y="1956816"/>
            <a:ext cx="237744" cy="237744"/>
          </a:xfrm>
          <a:prstGeom prst="rect">
            <a:avLst/>
          </a:prstGeom>
          <a:solidFill>
            <a:srgbClr val="D9D9D9"/>
          </a:solidFill>
          <a:ln w="9525">
            <a:solidFill>
              <a:srgbClr val="44444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890504" y="190195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2026-09-08T22:11:23Z</dcterms:created>
  <dcterms:modified xsi:type="dcterms:W3CDTF">2026-09-08T22:11:23Z</dcterms:modified>
</cp:coreProperties>
</file>